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1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77261-F0D8-4405-809B-B178E26B1445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434CEB-0207-4F26-8B8A-F373EFB7C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120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434CEB-0207-4F26-8B8A-F373EFB7C44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163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3537B-FE30-F7E5-4ECD-0013831AA7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04795D-9A9F-644F-4C9F-3957956183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F57D9-E064-F971-82D4-1A34EDD7E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195D-5C5D-40FB-B827-F6DF1A16964B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3B4BA-23C2-2928-66FB-14AD9CAC2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BBA8D-8BFD-3B2E-1B53-0DEB19B8F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C458C-0291-4DFE-86B5-CD92AF8FB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331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3A9AD-E6E6-69C2-3BB2-F6A066DEB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CDFEE-7300-D39C-7868-06C3D09ED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89989-D546-2EE8-1D5E-18F80D4D9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195D-5C5D-40FB-B827-F6DF1A16964B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5957E-CEC2-8800-29B9-4C0783865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ACE41-FE56-737D-BA7B-9275E1DDA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C458C-0291-4DFE-86B5-CD92AF8FB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166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7B233-3081-2339-0276-15648FFB5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180B0-9509-A00E-0CD1-D1E9D7433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6757C-FFE9-C4D2-5957-5B0A810CF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195D-5C5D-40FB-B827-F6DF1A16964B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EEA9D-FC29-D7F1-2D72-558BAC7D1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03E92-1A9F-635D-39CA-D17761DB7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C458C-0291-4DFE-86B5-CD92AF8FB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8039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8F5DC-EA53-A799-F93A-815BD93C7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2F53E-2FE1-F3AD-891A-17371D8759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DE6F73-2522-FF25-C134-5B5EE8DBEC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B576F2-D014-AA99-60C9-5B635C014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195D-5C5D-40FB-B827-F6DF1A16964B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96ED4-ADE6-0E0D-335F-CDCD6EFE9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1CAA4D-4406-4574-41A6-05AA3983D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C458C-0291-4DFE-86B5-CD92AF8FB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21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23350-20EB-2B04-95A4-25093F218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E07F5-465D-4BED-48AF-F24ADF068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ECEFCA-18AA-6377-C7FA-9970AC8E50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DC320D-B1B1-81FD-1B6A-0CCEC27C56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E140BB-E558-46EE-A329-C51CE8519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AABE42-F43D-3C23-CB61-DCD8FF8FE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195D-5C5D-40FB-B827-F6DF1A16964B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2807B5-3622-1FE5-CBA3-226248751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1F8FF7-7153-871C-3D03-A16E54408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C458C-0291-4DFE-86B5-CD92AF8FB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92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7D261-8717-02CD-882C-190A3B6BA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02B629-9CEF-C5F5-6911-6FD669ED8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195D-5C5D-40FB-B827-F6DF1A16964B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E92CD2-892A-5241-769C-146D99212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11AE7-9E91-01DD-C232-A32642CAB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C458C-0291-4DFE-86B5-CD92AF8FB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8827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D19B17-C336-AF12-C953-CBC305A2C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195D-5C5D-40FB-B827-F6DF1A16964B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63C2D0-710B-755B-AA1A-6F79DE64F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53787-2E9A-2370-7F54-28246A9CC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C458C-0291-4DFE-86B5-CD92AF8FB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017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900E0-BC6C-F21A-CE5C-41752AC92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48F34-30CB-EB68-4676-59BA6238B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C05E75-9A3E-3F71-A63C-F7C0359C1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9BEEB-2E61-D586-72C4-571842BF2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195D-5C5D-40FB-B827-F6DF1A16964B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751202-B7DE-84DC-52B6-AB9E68330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34E2AF-231E-BB4F-C772-9A068C82B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C458C-0291-4DFE-86B5-CD92AF8FB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97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2D190-57FA-4C41-FBD8-44164802A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59A875-8CF6-7187-966D-CBDDC19A05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529386-BC3A-E839-2A65-A8D0F1DBEA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B62BB-DF0E-C9AF-2D1A-6E7918882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195D-5C5D-40FB-B827-F6DF1A16964B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196ED3-A425-F819-F34E-11307FD50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96B22A-6B27-2588-FBD6-D31AF1279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C458C-0291-4DFE-86B5-CD92AF8FB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1432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EC45B-27EF-7301-E991-D845E138D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681048-7C5D-48A4-DFA2-52BEFC554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FE54F-E302-742B-EFC7-92910DA89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195D-5C5D-40FB-B827-F6DF1A16964B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B92CD-D5F1-6958-9A47-A2F993DAE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CC275-ED46-94BB-BC2C-00C68F2FD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C458C-0291-4DFE-86B5-CD92AF8FB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482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CA6062-8BE5-50E1-8EA9-5F2A441978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6EFD00-7084-4C8F-BC1B-7288081F4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ED32D-7BD1-F758-F6E2-5490C1DE7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195D-5C5D-40FB-B827-F6DF1A16964B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97AE0-A194-B262-5754-F5A257DEE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C728C-E9A0-D6C3-83E1-E74BD6034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C458C-0291-4DFE-86B5-CD92AF8FB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1416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BF276A-AF49-1148-F170-7FA6E949C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C3A579-DF95-30F7-9627-50860620D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04783-A1B9-B9EB-A74E-06C85472F0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5195D-5C5D-40FB-B827-F6DF1A16964B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9CBBB-B10D-1E40-CF73-E7FBF9F583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0B294-0564-29D4-22CA-FDDF3D5E8C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9C458C-0291-4DFE-86B5-CD92AF8FB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290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AD275-F25E-B29B-0731-28F75FC721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HR Analytics Dashboard</a:t>
            </a:r>
            <a:endParaRPr lang="en-IN" b="1" dirty="0">
              <a:solidFill>
                <a:schemeClr val="accent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6331DA-4AB2-4683-D28F-9782BCD48A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1655762"/>
          </a:xfrm>
        </p:spPr>
        <p:txBody>
          <a:bodyPr/>
          <a:lstStyle/>
          <a:p>
            <a:r>
              <a:rPr lang="en-US" dirty="0"/>
              <a:t>Questions for the </a:t>
            </a:r>
            <a:r>
              <a:rPr lang="en-US" dirty="0" err="1"/>
              <a:t>Kpi’s</a:t>
            </a:r>
            <a:r>
              <a:rPr lang="en-US" dirty="0"/>
              <a:t> and visuals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4952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633D125-F7AD-27B4-C981-47BBC4105A7E}"/>
              </a:ext>
            </a:extLst>
          </p:cNvPr>
          <p:cNvSpPr txBox="1"/>
          <p:nvPr/>
        </p:nvSpPr>
        <p:spPr>
          <a:xfrm>
            <a:off x="1662701" y="1304818"/>
            <a:ext cx="8560086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dirty="0">
                <a:solidFill>
                  <a:schemeClr val="accent2"/>
                </a:solidFill>
              </a:rPr>
              <a:t>KPI Questions</a:t>
            </a:r>
          </a:p>
          <a:p>
            <a:pPr algn="ctr">
              <a:buNone/>
            </a:pPr>
            <a:endParaRPr lang="en-US" sz="3600" b="1" dirty="0">
              <a:solidFill>
                <a:schemeClr val="accent2"/>
              </a:solidFill>
            </a:endParaRPr>
          </a:p>
          <a:p>
            <a:pPr>
              <a:buNone/>
            </a:pPr>
            <a:r>
              <a:rPr lang="en-US" sz="2000" b="1" dirty="0"/>
              <a:t>1. Attrition Count</a:t>
            </a:r>
          </a:p>
          <a:p>
            <a:pPr>
              <a:buNone/>
            </a:pPr>
            <a:r>
              <a:rPr lang="en-US" sz="2000" b="1" dirty="0"/>
              <a:t>Question</a:t>
            </a:r>
            <a:r>
              <a:rPr lang="en-US" sz="2000" dirty="0"/>
              <a:t>: What is the total number of employees who left the company?</a:t>
            </a:r>
          </a:p>
          <a:p>
            <a:pPr>
              <a:buNone/>
            </a:pPr>
            <a:r>
              <a:rPr lang="en-US" sz="2000" b="1" dirty="0"/>
              <a:t>2. Attrition Rate</a:t>
            </a:r>
          </a:p>
          <a:p>
            <a:pPr>
              <a:buNone/>
            </a:pPr>
            <a:r>
              <a:rPr lang="en-US" sz="2000" b="1" dirty="0"/>
              <a:t>Question</a:t>
            </a:r>
            <a:r>
              <a:rPr lang="en-US" sz="2000" dirty="0"/>
              <a:t>: What percentage of employees have left the company?</a:t>
            </a:r>
          </a:p>
          <a:p>
            <a:pPr>
              <a:buNone/>
            </a:pPr>
            <a:r>
              <a:rPr lang="en-US" sz="2000" b="1" dirty="0"/>
              <a:t>3. Employee Count</a:t>
            </a:r>
          </a:p>
          <a:p>
            <a:pPr>
              <a:buNone/>
            </a:pPr>
            <a:r>
              <a:rPr lang="en-US" sz="2000" b="1" dirty="0"/>
              <a:t>Question</a:t>
            </a:r>
            <a:r>
              <a:rPr lang="en-US" sz="2000" dirty="0"/>
              <a:t>: What is the total number of employees in the organization?</a:t>
            </a:r>
          </a:p>
          <a:p>
            <a:pPr>
              <a:buNone/>
            </a:pPr>
            <a:r>
              <a:rPr lang="en-US" sz="2000" b="1" dirty="0"/>
              <a:t>4. Active Employees</a:t>
            </a:r>
          </a:p>
          <a:p>
            <a:pPr>
              <a:buNone/>
            </a:pPr>
            <a:r>
              <a:rPr lang="en-US" sz="2000" b="1" dirty="0"/>
              <a:t>Question</a:t>
            </a:r>
            <a:r>
              <a:rPr lang="en-US" sz="2000" dirty="0"/>
              <a:t>: How many employees are currently working in the company?</a:t>
            </a:r>
          </a:p>
          <a:p>
            <a:pPr>
              <a:buNone/>
            </a:pPr>
            <a:r>
              <a:rPr lang="en-US" sz="2000" b="1" dirty="0"/>
              <a:t>5. Average Age</a:t>
            </a:r>
          </a:p>
          <a:p>
            <a:pPr>
              <a:buNone/>
            </a:pPr>
            <a:r>
              <a:rPr lang="en-US" sz="2000" b="1" dirty="0"/>
              <a:t>Question</a:t>
            </a:r>
            <a:r>
              <a:rPr lang="en-US" sz="2000" dirty="0"/>
              <a:t>: What is the average age of employees in the organization?</a:t>
            </a:r>
          </a:p>
        </p:txBody>
      </p:sp>
    </p:spTree>
    <p:extLst>
      <p:ext uri="{BB962C8B-B14F-4D97-AF65-F5344CB8AC3E}">
        <p14:creationId xmlns:p14="http://schemas.microsoft.com/office/powerpoint/2010/main" val="3873975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A5D623-04C8-C3A0-4436-D8E2A5C6968D}"/>
              </a:ext>
            </a:extLst>
          </p:cNvPr>
          <p:cNvSpPr txBox="1"/>
          <p:nvPr/>
        </p:nvSpPr>
        <p:spPr>
          <a:xfrm>
            <a:off x="1941816" y="688540"/>
            <a:ext cx="8342615" cy="5416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dirty="0">
                <a:solidFill>
                  <a:schemeClr val="accent2"/>
                </a:solidFill>
              </a:rPr>
              <a:t>Visual Questions</a:t>
            </a:r>
          </a:p>
          <a:p>
            <a:pPr>
              <a:buNone/>
            </a:pPr>
            <a:endParaRPr lang="en-US" sz="3200" b="1" dirty="0"/>
          </a:p>
          <a:p>
            <a:pPr>
              <a:buNone/>
            </a:pPr>
            <a:r>
              <a:rPr lang="en-US" sz="2000" b="1" dirty="0"/>
              <a:t>6. Attrition by Gender (Donut Chart)</a:t>
            </a:r>
          </a:p>
          <a:p>
            <a:pPr>
              <a:buNone/>
            </a:pPr>
            <a:r>
              <a:rPr lang="en-US" sz="2000" b="1" dirty="0"/>
              <a:t>Question:</a:t>
            </a:r>
            <a:r>
              <a:rPr lang="en-US" sz="2000" dirty="0"/>
              <a:t> How does employee attrition vary between male and female employees?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/>
              <a:t>7. Department-wise Attrition (Pie Chart)</a:t>
            </a:r>
          </a:p>
          <a:p>
            <a:pPr>
              <a:buNone/>
            </a:pPr>
            <a:r>
              <a:rPr lang="en-US" sz="2000" b="1" dirty="0"/>
              <a:t>Question:</a:t>
            </a:r>
            <a:r>
              <a:rPr lang="en-US" sz="2000" dirty="0"/>
              <a:t> Which department has the highest employee attrition?</a:t>
            </a:r>
          </a:p>
          <a:p>
            <a:pPr>
              <a:buNone/>
            </a:pPr>
            <a:r>
              <a:rPr lang="en-US" sz="2000" b="1" dirty="0"/>
              <a:t>Question:</a:t>
            </a:r>
            <a:r>
              <a:rPr lang="en-US" sz="2000" dirty="0"/>
              <a:t> What percentage of total attrition comes from each department?</a:t>
            </a:r>
            <a:br>
              <a:rPr lang="en-US" sz="2000" dirty="0"/>
            </a:br>
            <a:endParaRPr lang="en-US" sz="2000" dirty="0"/>
          </a:p>
          <a:p>
            <a:pPr>
              <a:buNone/>
            </a:pPr>
            <a:r>
              <a:rPr lang="en-US" sz="2000" b="1" dirty="0"/>
              <a:t>8. Department by Age (Histogram)</a:t>
            </a:r>
          </a:p>
          <a:p>
            <a:pPr>
              <a:buNone/>
            </a:pPr>
            <a:r>
              <a:rPr lang="en-US" sz="2000" b="1" dirty="0"/>
              <a:t>Question:</a:t>
            </a:r>
            <a:r>
              <a:rPr lang="en-US" sz="2000" dirty="0"/>
              <a:t> Which age group has the highest number of employees?</a:t>
            </a:r>
          </a:p>
          <a:p>
            <a:pPr>
              <a:buNone/>
            </a:pPr>
            <a:r>
              <a:rPr lang="en-US" sz="2000" b="1" dirty="0"/>
              <a:t>Question:</a:t>
            </a:r>
            <a:r>
              <a:rPr lang="en-US" sz="2000" dirty="0"/>
              <a:t> How are employees distributed across different age groups?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393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833BF2-F572-FEFB-2A06-603FD3927531}"/>
              </a:ext>
            </a:extLst>
          </p:cNvPr>
          <p:cNvSpPr txBox="1"/>
          <p:nvPr/>
        </p:nvSpPr>
        <p:spPr>
          <a:xfrm>
            <a:off x="1582220" y="338414"/>
            <a:ext cx="866111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9. Job Satisfaction Rating (Heat Map)</a:t>
            </a:r>
          </a:p>
          <a:p>
            <a:pPr>
              <a:buNone/>
            </a:pPr>
            <a:r>
              <a:rPr lang="en-US" sz="2000" b="1" dirty="0"/>
              <a:t>Question:</a:t>
            </a:r>
            <a:r>
              <a:rPr lang="en-US" sz="2000" dirty="0"/>
              <a:t> How does job satisfaction vary across different job roles?</a:t>
            </a:r>
          </a:p>
          <a:p>
            <a:pPr>
              <a:buNone/>
            </a:pPr>
            <a:r>
              <a:rPr lang="en-US" sz="2000" b="1" dirty="0"/>
              <a:t>Question:</a:t>
            </a:r>
            <a:r>
              <a:rPr lang="en-US" sz="2000" dirty="0"/>
              <a:t> Which job role has the highest number of highly satisfied employees?</a:t>
            </a:r>
          </a:p>
          <a:p>
            <a:pPr>
              <a:buNone/>
            </a:pPr>
            <a:r>
              <a:rPr lang="en-US" sz="2000" b="1" dirty="0"/>
              <a:t>Question:</a:t>
            </a:r>
            <a:r>
              <a:rPr lang="en-US" sz="2000" dirty="0"/>
              <a:t> Which job role has the lowest satisfaction level?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  <a:p>
            <a:pPr>
              <a:buNone/>
            </a:pPr>
            <a:r>
              <a:rPr lang="en-US" sz="2000" b="1" dirty="0"/>
              <a:t>10. Education Field-wise Attrition (Bar Chart)</a:t>
            </a:r>
          </a:p>
          <a:p>
            <a:pPr>
              <a:buNone/>
            </a:pPr>
            <a:r>
              <a:rPr lang="en-US" sz="2000" b="1" dirty="0"/>
              <a:t>Question:</a:t>
            </a:r>
            <a:r>
              <a:rPr lang="en-US" sz="2000" dirty="0"/>
              <a:t> Which education field contributes the highest employee attrition?</a:t>
            </a:r>
          </a:p>
          <a:p>
            <a:pPr>
              <a:buNone/>
            </a:pPr>
            <a:r>
              <a:rPr lang="en-US" sz="2000" b="1" dirty="0"/>
              <a:t>Question:</a:t>
            </a:r>
            <a:r>
              <a:rPr lang="en-US" sz="2000" dirty="0"/>
              <a:t> Which education field has the lowest employee attrition?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  <a:p>
            <a:pPr>
              <a:buNone/>
            </a:pPr>
            <a:r>
              <a:rPr lang="en-US" sz="2000" b="1" dirty="0"/>
              <a:t>11. Attrition Rate by Gender for Different Age Groups (Donut Charts)</a:t>
            </a:r>
          </a:p>
          <a:p>
            <a:pPr>
              <a:buNone/>
            </a:pPr>
            <a:r>
              <a:rPr lang="en-US" sz="2000" b="1" dirty="0"/>
              <a:t>Question:</a:t>
            </a:r>
            <a:r>
              <a:rPr lang="en-US" sz="2000" dirty="0"/>
              <a:t> Which age group has the highest attrition?</a:t>
            </a:r>
          </a:p>
          <a:p>
            <a:pPr>
              <a:buNone/>
            </a:pPr>
            <a:r>
              <a:rPr lang="en-US" sz="2000" b="1" dirty="0"/>
              <a:t>Question:</a:t>
            </a:r>
            <a:r>
              <a:rPr lang="en-US" sz="2000" dirty="0"/>
              <a:t> How does attrition vary between males and females across different age groups?</a:t>
            </a:r>
          </a:p>
          <a:p>
            <a:pPr>
              <a:buNone/>
            </a:pPr>
            <a:r>
              <a:rPr lang="en-US" sz="2000" b="1" dirty="0"/>
              <a:t>Question:</a:t>
            </a:r>
            <a:r>
              <a:rPr lang="en-US" sz="2000" dirty="0"/>
              <a:t> Which age group requires immediate retention strategies?</a:t>
            </a:r>
          </a:p>
        </p:txBody>
      </p:sp>
    </p:spTree>
    <p:extLst>
      <p:ext uri="{BB962C8B-B14F-4D97-AF65-F5344CB8AC3E}">
        <p14:creationId xmlns:p14="http://schemas.microsoft.com/office/powerpoint/2010/main" val="2205324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310</Words>
  <Application>Microsoft Office PowerPoint</Application>
  <PresentationFormat>Widescreen</PresentationFormat>
  <Paragraphs>40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HR Analytics Dashboard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payal bari</dc:creator>
  <cp:lastModifiedBy>payal bari</cp:lastModifiedBy>
  <cp:revision>6</cp:revision>
  <dcterms:created xsi:type="dcterms:W3CDTF">2026-06-21T09:42:36Z</dcterms:created>
  <dcterms:modified xsi:type="dcterms:W3CDTF">2026-06-21T09:57:35Z</dcterms:modified>
</cp:coreProperties>
</file>